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Check Agent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Risk-to-Control gap analysis for Internal Audit  ·  IFA Distribution pilot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2860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reviewed per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auditor, per day — why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stays compact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17036" y="14173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340" y="15636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26080" y="21854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Control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56632" y="1664208"/>
            <a:ext cx="237744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9"/>
          <p:cNvSpPr/>
          <p:nvPr/>
        </p:nvSpPr>
        <p:spPr>
          <a:xfrm>
            <a:off x="5975604" y="14173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_observ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908" y="156362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84648" y="21854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Observation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184648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activity vs.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statement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0" y="1664208"/>
            <a:ext cx="237744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234172" y="14173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_map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56362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43216" y="21854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443216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Risk-component 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+ 4W+1H specificity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573768" y="1664208"/>
            <a:ext cx="237744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2" name="Shape 17"/>
          <p:cNvSpPr/>
          <p:nvPr/>
        </p:nvSpPr>
        <p:spPr>
          <a:xfrm>
            <a:off x="10492740" y="14173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ic_deci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044" y="156362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701784" y="21854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Decision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701784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reported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verdict issued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977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Support — Not Replace — Auditor Judgement</a:t>
            </a:r>
            <a:endParaRPr lang="en-US" sz="1600" dirty="0"/>
          </a:p>
        </p:txBody>
      </p:sp>
      <p:pic>
        <p:nvPicPr>
          <p:cNvPr id="27" name="Image 4" descr="ic_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07992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7240" y="442569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pass/fail or adequacy verdict — findings only; the auditor decides</a:t>
            </a:r>
            <a:endParaRPr lang="en-US" sz="1250" dirty="0"/>
          </a:p>
        </p:txBody>
      </p:sp>
      <p:pic>
        <p:nvPicPr>
          <p:cNvPr id="29" name="Image 5" descr="ic_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38344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77240" y="49560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labeled consistently: Addressed / Partially Addressed / Not Addressed</a:t>
            </a:r>
            <a:endParaRPr lang="en-US" sz="1250" dirty="0"/>
          </a:p>
        </p:txBody>
      </p:sp>
      <p:pic>
        <p:nvPicPr>
          <p:cNvPr id="31" name="Image 6" descr="ic_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568696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77240" y="54864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traced to confirmed firm methodology — no fabricated sources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6537960" y="3977640"/>
            <a:ext cx="5166360" cy="2423160"/>
          </a:xfrm>
          <a:prstGeom prst="roundRect">
            <a:avLst>
              <a:gd name="adj" fmla="val 3774"/>
            </a:avLst>
          </a:prstGeom>
          <a:solidFill>
            <a:srgbClr val="EEF3FC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812280" y="41788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812280" y="463600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7059168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Check — Risk ↔ Control gap analysis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812280" y="5020056"/>
            <a:ext cx="128016" cy="12801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7059168" y="4910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 </a:t>
            </a:r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&amp; OET Check — effectiveness testing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812280" y="5577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piloting with the IFA distribution audit team — 1-week trial in progress.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2026-09-10T09:52:28Z</dcterms:created>
  <dcterms:modified xsi:type="dcterms:W3CDTF">2026-09-10T09:52:28Z</dcterms:modified>
</cp:coreProperties>
</file>